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C5907-1C4B-099C-76CF-D52748437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DBF80-DD19-F18E-196E-418781474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E051D-4AE8-1159-D55D-FB1E304F3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6C84-FB00-4F27-8DE1-4D2AE6BACB9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292EA-E3C4-B036-5822-DCCC0153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D7EB-27D2-C1D7-CF9A-546B1FFAC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2D77-9EB7-41A7-8C3C-230F28B66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29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5AC93-5ED2-D41D-B828-D3C4B4CAE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8B5CE-7B32-73D1-9E6B-2B49DF8DD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05047-BDF4-B360-1D01-3A5CBF90C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6C84-FB00-4F27-8DE1-4D2AE6BACB9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DB813-7404-B9AE-7E2B-F7CF0BCA0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6C07E-FD12-65DB-40E6-BFE64E1D7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2D77-9EB7-41A7-8C3C-230F28B66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7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C3FF-CD86-BF44-5778-B4055EE8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7C853-CBBD-74A0-7941-FE093775D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76887-BD00-DF73-3648-C84F12487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6C84-FB00-4F27-8DE1-4D2AE6BACB9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856A2-F7EA-A162-1B8A-AB6FE8FA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10C42-B409-C2D8-5BA0-1F4C7E42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2D77-9EB7-41A7-8C3C-230F28B66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13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D54B-A1EA-920C-82BD-098B0C631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95810-7B79-E726-4BE5-1853B979E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36656-DAFD-2A74-9475-3AB31FF42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B1F4D-B80E-40A3-418B-F40BA4DE2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6C84-FB00-4F27-8DE1-4D2AE6BACB9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AFAB3-EDD6-9963-D051-670AB6AF5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91FEE-1909-0718-DB15-87DFC695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2D77-9EB7-41A7-8C3C-230F28B66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5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235-906D-EA08-EA3D-E7E7B2DE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48E25-771E-7AEA-634F-E78DB2456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04CD2-FD9B-75B5-1414-BE4D9A83C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C1082-9466-1BFC-6FEF-56C30F20B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41888-0BF0-8811-CB5F-3B36A88A1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0D498D-5AC3-23BD-6F63-1FE8D49AC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6C84-FB00-4F27-8DE1-4D2AE6BACB9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D8ACA0-CE39-B905-4E2F-B7E0670B7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C9FBD-C3C7-F4C8-6A91-31B2C76B0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2D77-9EB7-41A7-8C3C-230F28B66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95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4B45-19C3-BA37-D3FB-98C5A537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DE8B1-9F98-4FE2-4133-A47728404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6C84-FB00-4F27-8DE1-4D2AE6BACB9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0D266-CA6F-5666-923C-887602863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9E0BF1-F3C0-0412-6900-244E7287F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2D77-9EB7-41A7-8C3C-230F28B66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03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9D0006-A2C0-13FD-A802-4391164A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6C84-FB00-4F27-8DE1-4D2AE6BACB9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EC5DF-5B4B-4315-C31D-59A934CF7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58996-206D-C3B7-EDD7-E8A455C5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2D77-9EB7-41A7-8C3C-230F28B66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42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575E-2EDE-CF84-8B1C-E3660469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B618C-FC55-BD1E-00E0-712465914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2AC5F-060E-EC84-3696-A5243D770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A9737-ADB6-DBDA-F3E8-25B6004F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6C84-FB00-4F27-8DE1-4D2AE6BACB9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8D4F9-2299-6CA6-C6E7-148E2232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EA854-6459-0515-49D6-871B7E73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2D77-9EB7-41A7-8C3C-230F28B66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2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04B9F-52A2-65FD-E48E-20839083F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A5360-3F2D-7F5A-50AF-DB06154C1A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23873-8F5D-8DD1-03A9-60D92BD89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6D78B-9D7C-E86E-C8AF-1D8EEE48B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6C84-FB00-4F27-8DE1-4D2AE6BACB9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6706E-5B7A-F75D-3760-E16C26A2D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78A28-A7B4-2AB0-CEAA-B728C717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2D77-9EB7-41A7-8C3C-230F28B66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58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017C-B807-BE47-102E-A1D08633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42897B-077D-9B9F-EE49-B1815836F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A1A1B-2DF0-AE15-4E5D-F9736CA0E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6C84-FB00-4F27-8DE1-4D2AE6BACB9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62FF6-0D90-9E1D-BEFF-E5F28BEED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CF0FB-FFB1-F71E-78F0-24220066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2D77-9EB7-41A7-8C3C-230F28B66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2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7527A8-DE68-DE3E-4FEE-9D159D9397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0F136-E582-E353-A36E-CEBF367D0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DA6FF-1C30-2538-4646-F393A8CE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6C84-FB00-4F27-8DE1-4D2AE6BACB9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D9A7F-1EF0-D389-F895-F8D842633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A1701-9BD1-B640-8518-3E74403D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2D77-9EB7-41A7-8C3C-230F28B66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4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A04CFC-C289-08DA-6B2C-5D830C24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5FAC5-4611-D7F6-4B63-52D253574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73528-1691-C0D7-B152-6728AE5EE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F6C84-FB00-4F27-8DE1-4D2AE6BACB9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1AEE4-F932-D262-B6B6-66DB163EE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CA076-F019-C091-C425-926708D68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62D77-9EB7-41A7-8C3C-230F28B66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422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3EE19-CFAC-043E-3600-A52145954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3705"/>
            <a:ext cx="9144000" cy="2387600"/>
          </a:xfrm>
        </p:spPr>
        <p:txBody>
          <a:bodyPr/>
          <a:lstStyle/>
          <a:p>
            <a:r>
              <a:rPr lang="en-US" dirty="0"/>
              <a:t>ADC and Single Tone </a:t>
            </a:r>
            <a:r>
              <a:rPr lang="en-US" dirty="0" err="1"/>
              <a:t>Vivado</a:t>
            </a:r>
            <a:r>
              <a:rPr lang="en-US" dirty="0"/>
              <a:t> BD Breakdown</a:t>
            </a:r>
          </a:p>
        </p:txBody>
      </p:sp>
    </p:spTree>
    <p:extLst>
      <p:ext uri="{BB962C8B-B14F-4D97-AF65-F5344CB8AC3E}">
        <p14:creationId xmlns:p14="http://schemas.microsoft.com/office/powerpoint/2010/main" val="3884850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50473D-B912-E4B8-0E86-1E9EA3606B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10" y="307126"/>
            <a:ext cx="10248980" cy="649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3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DFC9EB-A1E5-1C75-C826-2836EC8647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887"/>
            <a:ext cx="12192000" cy="55522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55DD2E-E5AB-0BBB-66AE-FBA60A089E1D}"/>
              </a:ext>
            </a:extLst>
          </p:cNvPr>
          <p:cNvSpPr/>
          <p:nvPr/>
        </p:nvSpPr>
        <p:spPr>
          <a:xfrm>
            <a:off x="1467853" y="709863"/>
            <a:ext cx="1828800" cy="2406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89436-FB35-4DAA-03D8-0448C1CC2483}"/>
              </a:ext>
            </a:extLst>
          </p:cNvPr>
          <p:cNvSpPr/>
          <p:nvPr/>
        </p:nvSpPr>
        <p:spPr>
          <a:xfrm>
            <a:off x="652713" y="98258"/>
            <a:ext cx="3459079" cy="5546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AXI Controls for the ST. two channels, all outputs, 32b output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3ABF7-6C47-6BA0-058E-B718EA7C6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210" y="332926"/>
            <a:ext cx="2442189" cy="119454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C2168A2-C011-9BA6-FCAD-1E9D9620389B}"/>
              </a:ext>
            </a:extLst>
          </p:cNvPr>
          <p:cNvSpPr/>
          <p:nvPr/>
        </p:nvSpPr>
        <p:spPr>
          <a:xfrm>
            <a:off x="8080209" y="324317"/>
            <a:ext cx="2442189" cy="12031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395EEC-247C-C4DB-D5D0-0BB11AA89780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9301304" y="1527475"/>
            <a:ext cx="104555" cy="8427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6F48C63-6D9C-A673-4DA8-F6C49A92F703}"/>
              </a:ext>
            </a:extLst>
          </p:cNvPr>
          <p:cNvSpPr/>
          <p:nvPr/>
        </p:nvSpPr>
        <p:spPr>
          <a:xfrm>
            <a:off x="8618183" y="2370221"/>
            <a:ext cx="1575352" cy="10166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7DE7AD-B287-3839-6C35-44A0B1634F4E}"/>
              </a:ext>
            </a:extLst>
          </p:cNvPr>
          <p:cNvSpPr/>
          <p:nvPr/>
        </p:nvSpPr>
        <p:spPr>
          <a:xfrm>
            <a:off x="78429" y="6297650"/>
            <a:ext cx="2159446" cy="4720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FPGA_CLK 250MHz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61BE09-8858-B94E-638C-B22E26314909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294774" y="1341521"/>
            <a:ext cx="410469" cy="49561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10E17BE-2C3B-66EF-73F4-3E4BCCF96D97}"/>
              </a:ext>
            </a:extLst>
          </p:cNvPr>
          <p:cNvSpPr/>
          <p:nvPr/>
        </p:nvSpPr>
        <p:spPr>
          <a:xfrm>
            <a:off x="405848" y="1154685"/>
            <a:ext cx="598789" cy="1868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08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2EBD4C-4E44-694D-4034-0E472FEC3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77" y="95552"/>
            <a:ext cx="3368221" cy="39463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5F13E6-1A70-9D0B-770B-E6033A7C7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568" y="3848394"/>
            <a:ext cx="1888464" cy="30096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F33AB7-317A-8889-6FE0-7FDC362098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77" y="3908020"/>
            <a:ext cx="2340760" cy="28986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10E677-360E-8AA6-5512-F54C3007C6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340" y="3849855"/>
            <a:ext cx="1948172" cy="300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1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FE9BE-7432-0FBE-98F1-305E3A86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734B5E-5CA2-EC75-2D08-4D4A1AA0FD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10" y="307126"/>
            <a:ext cx="10248980" cy="64997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65EA3C0-E64E-B48A-413D-6297E7FAAC9C}"/>
              </a:ext>
            </a:extLst>
          </p:cNvPr>
          <p:cNvSpPr/>
          <p:nvPr/>
        </p:nvSpPr>
        <p:spPr>
          <a:xfrm>
            <a:off x="0" y="733926"/>
            <a:ext cx="1931069" cy="24724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DATA INPUTS TO ADC.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SHARED WITH MT PROFILE_ADDR AND </a:t>
            </a:r>
            <a:r>
              <a:rPr lang="en-US" sz="1400" dirty="0" err="1">
                <a:solidFill>
                  <a:srgbClr val="FF0000"/>
                </a:solidFill>
              </a:rPr>
              <a:t>AM_onoff</a:t>
            </a:r>
            <a:r>
              <a:rPr lang="en-US" sz="1400" dirty="0">
                <a:solidFill>
                  <a:srgbClr val="FF0000"/>
                </a:solidFill>
              </a:rPr>
              <a:t> AND WILL NOT WORK IN PARALLEL.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ADC_DATA BITS ARE SCATTERED IN ALL BANKS SO THEY ARE DEVIDED HERE AS WELL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22AA575-D719-12E4-F745-50EA6BB50364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965535" y="3206416"/>
            <a:ext cx="485755" cy="7335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AB0F175-AFFA-A417-970F-AC3F8D29E8A3}"/>
              </a:ext>
            </a:extLst>
          </p:cNvPr>
          <p:cNvSpPr/>
          <p:nvPr/>
        </p:nvSpPr>
        <p:spPr>
          <a:xfrm>
            <a:off x="971510" y="3939994"/>
            <a:ext cx="959559" cy="19975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890382-39D0-1A97-9F1D-7E34613DDB5B}"/>
              </a:ext>
            </a:extLst>
          </p:cNvPr>
          <p:cNvSpPr/>
          <p:nvPr/>
        </p:nvSpPr>
        <p:spPr>
          <a:xfrm>
            <a:off x="4598068" y="5702967"/>
            <a:ext cx="1931069" cy="7636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ADC OUPUTS IN DDR, CH1 RISING_EDGE CH2 FALLING_EDGE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7ADA9E-DA73-29E5-2CF5-9463A1E0CC9E}"/>
              </a:ext>
            </a:extLst>
          </p:cNvPr>
          <p:cNvCxnSpPr>
            <a:cxnSpLocks/>
            <a:stCxn id="18" idx="0"/>
            <a:endCxn id="20" idx="2"/>
          </p:cNvCxnSpPr>
          <p:nvPr/>
        </p:nvCxnSpPr>
        <p:spPr>
          <a:xfrm flipH="1" flipV="1">
            <a:off x="5296903" y="4902868"/>
            <a:ext cx="266700" cy="8000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1B3F954-5EC4-C554-455F-B5BDE329DD95}"/>
              </a:ext>
            </a:extLst>
          </p:cNvPr>
          <p:cNvSpPr/>
          <p:nvPr/>
        </p:nvSpPr>
        <p:spPr>
          <a:xfrm>
            <a:off x="4728411" y="3839731"/>
            <a:ext cx="1136984" cy="10631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77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76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ADC and Single Tone Vivado BD Breakdown</vt:lpstr>
      <vt:lpstr>PowerPoint Presentation</vt:lpstr>
      <vt:lpstr>PowerPoint Presentation</vt:lpstr>
      <vt:lpstr>PowerPoint Presentation</vt:lpstr>
      <vt:lpstr>PowerPoint Presentation</vt:lpstr>
    </vt:vector>
  </TitlesOfParts>
  <Company>Weizmann Institute of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Tomer Sharon</dc:creator>
  <cp:lastModifiedBy>Tomer Sharon</cp:lastModifiedBy>
  <cp:revision>1</cp:revision>
  <dcterms:created xsi:type="dcterms:W3CDTF">2026-07-20T08:46:39Z</dcterms:created>
  <dcterms:modified xsi:type="dcterms:W3CDTF">2026-07-20T09:00:17Z</dcterms:modified>
</cp:coreProperties>
</file>